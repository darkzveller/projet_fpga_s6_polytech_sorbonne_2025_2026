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F1199B0-F9BE-FCD5-E0D9-10C040ACD8D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AEB5F16-CB34-75E6-7D20-82A6707761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C4164F9-588D-C36B-4CC3-BF60CCF123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D1F7A4-0D68-4580-B80A-F5393A26529E}" type="datetimeFigureOut">
              <a:rPr lang="fr-FR" smtClean="0"/>
              <a:t>14/06/2026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FCD3E71-2C36-47C6-9527-64411325BC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1C2C38B-253E-08D6-FD75-3DA6B6524F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EB9443-5D88-4C55-81A6-0C48EB17821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698018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D4F5CC5-AA95-FC66-F9DD-7F504D8BB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4619179-4F56-1B8E-F9CA-26789262B1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56FC493-5577-260A-241F-EDFDA046BD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D1F7A4-0D68-4580-B80A-F5393A26529E}" type="datetimeFigureOut">
              <a:rPr lang="fr-FR" smtClean="0"/>
              <a:t>14/06/2026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1E8CBE4-6E92-F6A7-4619-406EC0F43A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D743655-C119-6BD5-E434-6A50DA7F63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EB9443-5D88-4C55-81A6-0C48EB17821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282081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094180B-76C7-0DFA-6E94-31B9D4C478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B8DD892-22FE-053E-1409-E80657DA59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0766BE1-AD25-E3AA-4319-C90D0D0A29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D1F7A4-0D68-4580-B80A-F5393A26529E}" type="datetimeFigureOut">
              <a:rPr lang="fr-FR" smtClean="0"/>
              <a:t>14/06/2026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3808EBC-C83B-8A3B-9E74-A62D584291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DD246AE-7501-039B-67F2-2DFB31B461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EB9443-5D88-4C55-81A6-0C48EB17821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764671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FCEFBE0-E01C-EA89-8013-15FE107B7B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80B731C-CD38-4990-CE1E-1C405D1B31D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2BABA2BD-6E94-CA5D-B069-A482F3C153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7784817C-EFD9-EF08-9F76-C58ADBABBA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D1F7A4-0D68-4580-B80A-F5393A26529E}" type="datetimeFigureOut">
              <a:rPr lang="fr-FR" smtClean="0"/>
              <a:t>14/06/2026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3D9A324-878C-2AB8-02D2-98BA74B818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8A24692D-2A06-C0AF-B404-9BFE3A53E0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EB9443-5D88-4C55-81A6-0C48EB17821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799507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0F666BE-6DC7-824F-9D99-BB09D1ECE9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789D525F-94D5-BEE2-04F3-82E22D41FC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9FC7F485-380D-9A6F-18A3-4689E73854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41490B8A-C7F2-520E-80CD-0476C2C656A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A0DB88D6-DFF7-D280-6E31-009647EA67A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1E2B28BD-5540-547E-345D-A604C2ED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D1F7A4-0D68-4580-B80A-F5393A26529E}" type="datetimeFigureOut">
              <a:rPr lang="fr-FR" smtClean="0"/>
              <a:t>14/06/2026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EF6F0167-0C46-9D2C-64C5-D426C8CD20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15B702D9-E22B-D420-F159-D6030DB794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EB9443-5D88-4C55-81A6-0C48EB17821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912366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47C18DE-6F3D-D2CD-3E69-2C9D0CCCDA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339A1B46-D997-C8CF-A5E0-5C04013D7B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D1F7A4-0D68-4580-B80A-F5393A26529E}" type="datetimeFigureOut">
              <a:rPr lang="fr-FR" smtClean="0"/>
              <a:t>14/06/2026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E264C67F-7F9B-D3CA-8619-557BBD1FBB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BA6E10C9-FC77-5BC4-0453-55F47B2009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EB9443-5D88-4C55-81A6-0C48EB17821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074153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F4D4B56E-98EA-27A8-A9AC-3E02D37E80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D1F7A4-0D68-4580-B80A-F5393A26529E}" type="datetimeFigureOut">
              <a:rPr lang="fr-FR" smtClean="0"/>
              <a:t>14/06/2026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6D60A753-CD81-67B5-742A-EB17EE131E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67652C5-F4A2-D1A8-2EAE-5C3DE29CA2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EB9443-5D88-4C55-81A6-0C48EB17821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901399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257F146-A9F4-4B66-78F0-6251981842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FF2709E-6EF1-AE8E-6BA9-81F7B1E2B2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0D381FD2-A40E-9361-AC52-2391182291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E2AD1EA8-FE71-DA07-AB5B-7756A83868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D1F7A4-0D68-4580-B80A-F5393A26529E}" type="datetimeFigureOut">
              <a:rPr lang="fr-FR" smtClean="0"/>
              <a:t>14/06/2026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E1C47396-ABF8-2B0D-1E40-764DD6A66F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5B0849D-3ADF-8AD4-634F-9CE5C2D111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EB9443-5D88-4C55-81A6-0C48EB17821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636387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0FD7A50-4DEF-6363-40AA-B53228F995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08730DA5-FE43-4834-F03B-690F49B8B4B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2EFAA9FD-3337-CC0D-5E3F-2C29DCA5E1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2E7885A5-ECDB-671B-775C-5E798E15BB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D1F7A4-0D68-4580-B80A-F5393A26529E}" type="datetimeFigureOut">
              <a:rPr lang="fr-FR" smtClean="0"/>
              <a:t>14/06/2026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86C508D7-BFA3-35F5-4B42-8C0D9B3EC3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B94D4465-08B1-62E1-FFF6-CAD1715206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EB9443-5D88-4C55-81A6-0C48EB17821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10023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054D379-7F4C-B8FB-E342-667B3AB8D3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DED0B482-9D9C-D14E-E366-8E18B5F3D31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9E832E2-9362-DFE2-4151-7939D6948E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D1F7A4-0D68-4580-B80A-F5393A26529E}" type="datetimeFigureOut">
              <a:rPr lang="fr-FR" smtClean="0"/>
              <a:t>14/06/2026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8918DEF-267D-B9B0-02B3-5EB991D564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D57ABFF-3D86-109D-F344-CEDB6A94BD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EB9443-5D88-4C55-81A6-0C48EB17821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95667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52D7935A-82A6-4540-7BBA-B0617CC30C4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FB8D9A3E-AA8E-DBBC-60C8-90C6F9AC94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3E2B7A0-D02D-76BF-BB6D-EF9F8472F7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D1F7A4-0D68-4580-B80A-F5393A26529E}" type="datetimeFigureOut">
              <a:rPr lang="fr-FR" smtClean="0"/>
              <a:t>14/06/2026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4093ACE-D80D-5B43-2297-5854C8FC27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FB138A7-40C5-70DD-1890-3D489E83D1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EB9443-5D88-4C55-81A6-0C48EB17821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306826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C35874CE-1F4B-FDCC-9933-09151FCC45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C6164D9-B470-A77D-B5AE-16DEE3B189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99CBC52-84B6-E56F-9E78-EBF1425348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FD1F7A4-0D68-4580-B80A-F5393A26529E}" type="datetimeFigureOut">
              <a:rPr lang="fr-FR" smtClean="0"/>
              <a:t>14/06/2026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F8462D4-9FCD-EFDF-A7C2-4D02A0E1168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10DF728-4B05-46A9-B2AD-5102AB53F45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FEB9443-5D88-4C55-81A6-0C48EB17821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797665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6D0BFA6A-626A-0ACB-36E1-AB0B1C38C9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770" y="273712"/>
            <a:ext cx="5701432" cy="3424233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26F06141-70D3-CFC3-F552-72FF5A1D3A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22202" y="42424"/>
            <a:ext cx="6104540" cy="3655521"/>
          </a:xfrm>
          <a:prstGeom prst="rect">
            <a:avLst/>
          </a:prstGeom>
        </p:spPr>
      </p:pic>
      <p:sp>
        <p:nvSpPr>
          <p:cNvPr id="9" name="Rectangle : coins arrondis 8">
            <a:extLst>
              <a:ext uri="{FF2B5EF4-FFF2-40B4-BE49-F238E27FC236}">
                <a16:creationId xmlns:a16="http://schemas.microsoft.com/office/drawing/2014/main" id="{8FE3318D-40AB-37DD-A918-B069B92ABE0F}"/>
              </a:ext>
            </a:extLst>
          </p:cNvPr>
          <p:cNvSpPr/>
          <p:nvPr/>
        </p:nvSpPr>
        <p:spPr>
          <a:xfrm>
            <a:off x="2938463" y="2742841"/>
            <a:ext cx="1302858" cy="336430"/>
          </a:xfrm>
          <a:prstGeom prst="roundRect">
            <a:avLst>
              <a:gd name="adj" fmla="val 31518"/>
            </a:avLst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Rectangle : coins arrondis 9">
            <a:extLst>
              <a:ext uri="{FF2B5EF4-FFF2-40B4-BE49-F238E27FC236}">
                <a16:creationId xmlns:a16="http://schemas.microsoft.com/office/drawing/2014/main" id="{CE4C6D9C-2C92-7DFA-0CC1-CA9E5338E458}"/>
              </a:ext>
            </a:extLst>
          </p:cNvPr>
          <p:cNvSpPr/>
          <p:nvPr/>
        </p:nvSpPr>
        <p:spPr>
          <a:xfrm>
            <a:off x="7277099" y="856891"/>
            <a:ext cx="342901" cy="336430"/>
          </a:xfrm>
          <a:prstGeom prst="roundRect">
            <a:avLst>
              <a:gd name="adj" fmla="val 31518"/>
            </a:avLst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Rectangle : coins arrondis 12">
            <a:extLst>
              <a:ext uri="{FF2B5EF4-FFF2-40B4-BE49-F238E27FC236}">
                <a16:creationId xmlns:a16="http://schemas.microsoft.com/office/drawing/2014/main" id="{A7260A9D-2D66-C28D-F945-91402C98D5FB}"/>
              </a:ext>
            </a:extLst>
          </p:cNvPr>
          <p:cNvSpPr/>
          <p:nvPr/>
        </p:nvSpPr>
        <p:spPr>
          <a:xfrm>
            <a:off x="8874472" y="2698092"/>
            <a:ext cx="1368078" cy="336430"/>
          </a:xfrm>
          <a:prstGeom prst="roundRect">
            <a:avLst>
              <a:gd name="adj" fmla="val 31518"/>
            </a:avLst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Rectangle : coins arrondis 13">
            <a:extLst>
              <a:ext uri="{FF2B5EF4-FFF2-40B4-BE49-F238E27FC236}">
                <a16:creationId xmlns:a16="http://schemas.microsoft.com/office/drawing/2014/main" id="{512D05BB-1D2B-6CFE-32BF-8D0D3F3DDC30}"/>
              </a:ext>
            </a:extLst>
          </p:cNvPr>
          <p:cNvSpPr/>
          <p:nvPr/>
        </p:nvSpPr>
        <p:spPr>
          <a:xfrm>
            <a:off x="1935003" y="997384"/>
            <a:ext cx="342901" cy="336430"/>
          </a:xfrm>
          <a:prstGeom prst="roundRect">
            <a:avLst>
              <a:gd name="adj" fmla="val 31518"/>
            </a:avLst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617027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E5DE7958-337E-73BF-ECCD-F7CFEEDD7D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478" y="968353"/>
            <a:ext cx="9745435" cy="4610743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E4756D46-CA91-2E4A-8B63-8C62D5A2D612}"/>
              </a:ext>
            </a:extLst>
          </p:cNvPr>
          <p:cNvSpPr txBox="1"/>
          <p:nvPr/>
        </p:nvSpPr>
        <p:spPr>
          <a:xfrm>
            <a:off x="10291314" y="3360064"/>
            <a:ext cx="422694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fr-FR" dirty="0"/>
              <a:t>0)</a:t>
            </a:r>
          </a:p>
        </p:txBody>
      </p:sp>
    </p:spTree>
    <p:extLst>
      <p:ext uri="{BB962C8B-B14F-4D97-AF65-F5344CB8AC3E}">
        <p14:creationId xmlns:p14="http://schemas.microsoft.com/office/powerpoint/2010/main" val="35234421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FE792334-7E66-29A5-8B55-F99F5B44CE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179" y="1867259"/>
            <a:ext cx="4248743" cy="266737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1A952014-C254-8B21-AB3D-210DBCC82FF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1063" b="13859"/>
          <a:stretch/>
        </p:blipFill>
        <p:spPr>
          <a:xfrm>
            <a:off x="1095555" y="2626044"/>
            <a:ext cx="4541993" cy="2674188"/>
          </a:xfrm>
          <a:prstGeom prst="round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9FF933CA-2022-8DF0-3C95-F65443EF1A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93514" y="2000627"/>
            <a:ext cx="6039693" cy="2686425"/>
          </a:xfrm>
          <a:prstGeom prst="roundRect">
            <a:avLst>
              <a:gd name="adj" fmla="val 10887"/>
            </a:avLst>
          </a:prstGeom>
        </p:spPr>
      </p:pic>
      <p:sp>
        <p:nvSpPr>
          <p:cNvPr id="12" name="ZoneTexte 11">
            <a:extLst>
              <a:ext uri="{FF2B5EF4-FFF2-40B4-BE49-F238E27FC236}">
                <a16:creationId xmlns:a16="http://schemas.microsoft.com/office/drawing/2014/main" id="{5DDA3993-169D-6D58-F5BF-4494ACCB4828}"/>
              </a:ext>
            </a:extLst>
          </p:cNvPr>
          <p:cNvSpPr txBox="1"/>
          <p:nvPr/>
        </p:nvSpPr>
        <p:spPr>
          <a:xfrm>
            <a:off x="6821454" y="4787660"/>
            <a:ext cx="41838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Donnée de la mémoire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29E05C90-80DD-9DEB-D1C3-81628387349B}"/>
              </a:ext>
            </a:extLst>
          </p:cNvPr>
          <p:cNvSpPr txBox="1"/>
          <p:nvPr/>
        </p:nvSpPr>
        <p:spPr>
          <a:xfrm>
            <a:off x="1274644" y="5300232"/>
            <a:ext cx="41838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Résultat sur DE10-Lite</a:t>
            </a: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5BFD3DBB-0E77-1538-FF4C-6B91B398C7EB}"/>
              </a:ext>
            </a:extLst>
          </p:cNvPr>
          <p:cNvSpPr txBox="1"/>
          <p:nvPr/>
        </p:nvSpPr>
        <p:spPr>
          <a:xfrm>
            <a:off x="1274643" y="2121961"/>
            <a:ext cx="41838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Résultat sur simulation</a:t>
            </a:r>
          </a:p>
        </p:txBody>
      </p:sp>
    </p:spTree>
    <p:extLst>
      <p:ext uri="{BB962C8B-B14F-4D97-AF65-F5344CB8AC3E}">
        <p14:creationId xmlns:p14="http://schemas.microsoft.com/office/powerpoint/2010/main" val="39164194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ZoneTexte 11">
            <a:extLst>
              <a:ext uri="{FF2B5EF4-FFF2-40B4-BE49-F238E27FC236}">
                <a16:creationId xmlns:a16="http://schemas.microsoft.com/office/drawing/2014/main" id="{5DDA3993-169D-6D58-F5BF-4494ACCB4828}"/>
              </a:ext>
            </a:extLst>
          </p:cNvPr>
          <p:cNvSpPr txBox="1"/>
          <p:nvPr/>
        </p:nvSpPr>
        <p:spPr>
          <a:xfrm>
            <a:off x="6821454" y="4787660"/>
            <a:ext cx="41838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Donnée de la mémoire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29E05C90-80DD-9DEB-D1C3-81628387349B}"/>
              </a:ext>
            </a:extLst>
          </p:cNvPr>
          <p:cNvSpPr txBox="1"/>
          <p:nvPr/>
        </p:nvSpPr>
        <p:spPr>
          <a:xfrm>
            <a:off x="1274644" y="5300232"/>
            <a:ext cx="41838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Résultat sur DE10-Lite</a:t>
            </a: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5BFD3DBB-0E77-1538-FF4C-6B91B398C7EB}"/>
              </a:ext>
            </a:extLst>
          </p:cNvPr>
          <p:cNvSpPr txBox="1"/>
          <p:nvPr/>
        </p:nvSpPr>
        <p:spPr>
          <a:xfrm>
            <a:off x="1274643" y="2121961"/>
            <a:ext cx="41838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Résultat sur simulation</a:t>
            </a: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46C7C846-A80A-18FE-B32B-49DB975701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8762" y="1820174"/>
            <a:ext cx="4015572" cy="234412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DBE0DCA0-C88D-8487-A896-DA09C8DA7C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5407" y="2054586"/>
            <a:ext cx="6115904" cy="2600688"/>
          </a:xfrm>
          <a:prstGeom prst="roundRect">
            <a:avLst>
              <a:gd name="adj" fmla="val 13018"/>
            </a:avLst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50488819-2393-2E53-17D8-10EE95AE81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43812" y="2626044"/>
            <a:ext cx="3245471" cy="2674189"/>
          </a:xfrm>
          <a:prstGeom prst="roundRect">
            <a:avLst/>
          </a:prstGeom>
        </p:spPr>
      </p:pic>
    </p:spTree>
    <p:extLst>
      <p:ext uri="{BB962C8B-B14F-4D97-AF65-F5344CB8AC3E}">
        <p14:creationId xmlns:p14="http://schemas.microsoft.com/office/powerpoint/2010/main" val="26806614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ZoneTexte 11">
            <a:extLst>
              <a:ext uri="{FF2B5EF4-FFF2-40B4-BE49-F238E27FC236}">
                <a16:creationId xmlns:a16="http://schemas.microsoft.com/office/drawing/2014/main" id="{5DDA3993-169D-6D58-F5BF-4494ACCB4828}"/>
              </a:ext>
            </a:extLst>
          </p:cNvPr>
          <p:cNvSpPr txBox="1"/>
          <p:nvPr/>
        </p:nvSpPr>
        <p:spPr>
          <a:xfrm>
            <a:off x="6821454" y="4787660"/>
            <a:ext cx="41838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Donnée de la mémoire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29E05C90-80DD-9DEB-D1C3-81628387349B}"/>
              </a:ext>
            </a:extLst>
          </p:cNvPr>
          <p:cNvSpPr txBox="1"/>
          <p:nvPr/>
        </p:nvSpPr>
        <p:spPr>
          <a:xfrm>
            <a:off x="1274644" y="5300232"/>
            <a:ext cx="41838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Résultat sur DE10-Lite</a:t>
            </a: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5BFD3DBB-0E77-1538-FF4C-6B91B398C7EB}"/>
              </a:ext>
            </a:extLst>
          </p:cNvPr>
          <p:cNvSpPr txBox="1"/>
          <p:nvPr/>
        </p:nvSpPr>
        <p:spPr>
          <a:xfrm>
            <a:off x="1274643" y="2121961"/>
            <a:ext cx="41838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Résultat sur simulation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92892219-D87C-2D84-59CA-9E6DDC8C95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7626" y="2069360"/>
            <a:ext cx="5731466" cy="2585914"/>
          </a:xfrm>
          <a:prstGeom prst="roundRect">
            <a:avLst>
              <a:gd name="adj" fmla="val 12274"/>
            </a:avLst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137E9F0A-E022-73DD-1E01-56C1E8FABF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3202" y="1821675"/>
            <a:ext cx="3686689" cy="247685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54E79792-345B-D831-2E93-28F973144B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7053" y="2544786"/>
            <a:ext cx="3638986" cy="2755446"/>
          </a:xfrm>
          <a:prstGeom prst="roundRect">
            <a:avLst/>
          </a:prstGeom>
        </p:spPr>
      </p:pic>
    </p:spTree>
    <p:extLst>
      <p:ext uri="{BB962C8B-B14F-4D97-AF65-F5344CB8AC3E}">
        <p14:creationId xmlns:p14="http://schemas.microsoft.com/office/powerpoint/2010/main" val="2354325544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1644</TotalTime>
  <Words>32</Words>
  <Application>Microsoft Office PowerPoint</Application>
  <PresentationFormat>Grand écran</PresentationFormat>
  <Paragraphs>10</Paragraphs>
  <Slides>5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elkat</dc:creator>
  <cp:lastModifiedBy>elkat</cp:lastModifiedBy>
  <cp:revision>6</cp:revision>
  <dcterms:created xsi:type="dcterms:W3CDTF">2026-06-12T09:53:42Z</dcterms:created>
  <dcterms:modified xsi:type="dcterms:W3CDTF">2026-06-14T14:33:31Z</dcterms:modified>
</cp:coreProperties>
</file>