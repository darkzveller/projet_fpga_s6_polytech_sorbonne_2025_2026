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1199B0-F9BE-FCD5-E0D9-10C040ACD8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AEB5F16-CB34-75E6-7D20-82A6707761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C4164F9-588D-C36B-4CC3-BF60CCF12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1F7A4-0D68-4580-B80A-F5393A26529E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FCD3E71-2C36-47C6-9527-64411325B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1C2C38B-253E-08D6-FD75-3DA6B6524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B9443-5D88-4C55-81A6-0C48EB1782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9801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4F5CC5-AA95-FC66-F9DD-7F504D8BB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619179-4F56-1B8E-F9CA-26789262B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56FC493-5577-260A-241F-EDFDA046B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1F7A4-0D68-4580-B80A-F5393A26529E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1E8CBE4-6E92-F6A7-4619-406EC0F43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D743655-C119-6BD5-E434-6A50DA7F6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B9443-5D88-4C55-81A6-0C48EB1782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8208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94180B-76C7-0DFA-6E94-31B9D4C47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B8DD892-22FE-053E-1409-E80657DA5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0766BE1-AD25-E3AA-4319-C90D0D0A2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1F7A4-0D68-4580-B80A-F5393A26529E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3808EBC-C83B-8A3B-9E74-A62D58429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DD246AE-7501-039B-67F2-2DFB31B46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B9443-5D88-4C55-81A6-0C48EB1782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6467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CEFBE0-E01C-EA89-8013-15FE107B7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0B731C-CD38-4990-CE1E-1C405D1B31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BABA2BD-6E94-CA5D-B069-A482F3C15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784817C-EFD9-EF08-9F76-C58ADBABB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1F7A4-0D68-4580-B80A-F5393A26529E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3D9A324-878C-2AB8-02D2-98BA74B81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A24692D-2A06-C0AF-B404-9BFE3A53E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B9443-5D88-4C55-81A6-0C48EB1782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9950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F666BE-6DC7-824F-9D99-BB09D1ECE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89D525F-94D5-BEE2-04F3-82E22D41F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FC7F485-380D-9A6F-18A3-4689E73854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1490B8A-C7F2-520E-80CD-0476C2C656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0DB88D6-DFF7-D280-6E31-009647EA67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E2B28BD-5540-547E-345D-A604C2ED3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1F7A4-0D68-4580-B80A-F5393A26529E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F6F0167-0C46-9D2C-64C5-D426C8CD2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5B702D9-E22B-D420-F159-D6030DB79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B9443-5D88-4C55-81A6-0C48EB1782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1236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7C18DE-6F3D-D2CD-3E69-2C9D0CCCD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39A1B46-D997-C8CF-A5E0-5C04013D7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1F7A4-0D68-4580-B80A-F5393A26529E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264C67F-7F9B-D3CA-8619-557BBD1FB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A6E10C9-FC77-5BC4-0453-55F47B200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B9443-5D88-4C55-81A6-0C48EB1782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7415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4D4B56E-98EA-27A8-A9AC-3E02D37E8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1F7A4-0D68-4580-B80A-F5393A26529E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D60A753-CD81-67B5-742A-EB17EE131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67652C5-F4A2-D1A8-2EAE-5C3DE29CA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B9443-5D88-4C55-81A6-0C48EB1782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0139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57F146-A9F4-4B66-78F0-625198184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F2709E-6EF1-AE8E-6BA9-81F7B1E2B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D381FD2-A40E-9361-AC52-2391182291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2AD1EA8-FE71-DA07-AB5B-7756A8386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1F7A4-0D68-4580-B80A-F5393A26529E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1C47396-ABF8-2B0D-1E40-764DD6A66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5B0849D-3ADF-8AD4-634F-9CE5C2D11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B9443-5D88-4C55-81A6-0C48EB1782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363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FD7A50-4DEF-6363-40AA-B53228F99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8730DA5-FE43-4834-F03B-690F49B8B4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EFAA9FD-3337-CC0D-5E3F-2C29DCA5E1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E7885A5-ECDB-671B-775C-5E798E15B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1F7A4-0D68-4580-B80A-F5393A26529E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6C508D7-BFA3-35F5-4B42-8C0D9B3EC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94D4465-08B1-62E1-FFF6-CAD171520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B9443-5D88-4C55-81A6-0C48EB1782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002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54D379-7F4C-B8FB-E342-667B3AB8D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ED0B482-9D9C-D14E-E366-8E18B5F3D3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9E832E2-9362-DFE2-4151-7939D6948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1F7A4-0D68-4580-B80A-F5393A26529E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8918DEF-267D-B9B0-02B3-5EB991D56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D57ABFF-3D86-109D-F344-CEDB6A94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B9443-5D88-4C55-81A6-0C48EB1782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566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2D7935A-82A6-4540-7BBA-B0617CC30C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B8D9A3E-AA8E-DBBC-60C8-90C6F9AC94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3E2B7A0-D02D-76BF-BB6D-EF9F8472F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1F7A4-0D68-4580-B80A-F5393A26529E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4093ACE-D80D-5B43-2297-5854C8FC2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B138A7-40C5-70DD-1890-3D489E83D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B9443-5D88-4C55-81A6-0C48EB1782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0682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35874CE-1F4B-FDCC-9933-09151FCC4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C6164D9-B470-A77D-B5AE-16DEE3B18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9CBC52-84B6-E56F-9E78-EBF1425348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D1F7A4-0D68-4580-B80A-F5393A26529E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F8462D4-9FCD-EFDF-A7C2-4D02A0E116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10DF728-4B05-46A9-B2AD-5102AB53F4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EB9443-5D88-4C55-81A6-0C48EB1782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9766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6D0BFA6A-626A-0ACB-36E1-AB0B1C38C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70" y="273712"/>
            <a:ext cx="5701432" cy="342423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6F06141-70D3-CFC3-F552-72FF5A1D3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2202" y="42424"/>
            <a:ext cx="6104540" cy="3655521"/>
          </a:xfrm>
          <a:prstGeom prst="rect">
            <a:avLst/>
          </a:prstGeom>
        </p:spPr>
      </p:pic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8FE3318D-40AB-37DD-A918-B069B92ABE0F}"/>
              </a:ext>
            </a:extLst>
          </p:cNvPr>
          <p:cNvSpPr/>
          <p:nvPr/>
        </p:nvSpPr>
        <p:spPr>
          <a:xfrm>
            <a:off x="2938463" y="2742841"/>
            <a:ext cx="1302858" cy="336430"/>
          </a:xfrm>
          <a:prstGeom prst="roundRect">
            <a:avLst>
              <a:gd name="adj" fmla="val 31518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CE4C6D9C-2C92-7DFA-0CC1-CA9E5338E458}"/>
              </a:ext>
            </a:extLst>
          </p:cNvPr>
          <p:cNvSpPr/>
          <p:nvPr/>
        </p:nvSpPr>
        <p:spPr>
          <a:xfrm>
            <a:off x="7277099" y="856891"/>
            <a:ext cx="342901" cy="336430"/>
          </a:xfrm>
          <a:prstGeom prst="roundRect">
            <a:avLst>
              <a:gd name="adj" fmla="val 31518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A7260A9D-2D66-C28D-F945-91402C98D5FB}"/>
              </a:ext>
            </a:extLst>
          </p:cNvPr>
          <p:cNvSpPr/>
          <p:nvPr/>
        </p:nvSpPr>
        <p:spPr>
          <a:xfrm>
            <a:off x="8874472" y="2698092"/>
            <a:ext cx="1368078" cy="336430"/>
          </a:xfrm>
          <a:prstGeom prst="roundRect">
            <a:avLst>
              <a:gd name="adj" fmla="val 31518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512D05BB-1D2B-6CFE-32BF-8D0D3F3DDC30}"/>
              </a:ext>
            </a:extLst>
          </p:cNvPr>
          <p:cNvSpPr/>
          <p:nvPr/>
        </p:nvSpPr>
        <p:spPr>
          <a:xfrm>
            <a:off x="1935003" y="997384"/>
            <a:ext cx="342901" cy="336430"/>
          </a:xfrm>
          <a:prstGeom prst="roundRect">
            <a:avLst>
              <a:gd name="adj" fmla="val 31518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1702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E5DE7958-337E-73BF-ECCD-F7CFEEDD7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478" y="968353"/>
            <a:ext cx="9745435" cy="4610743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E4756D46-CA91-2E4A-8B63-8C62D5A2D612}"/>
              </a:ext>
            </a:extLst>
          </p:cNvPr>
          <p:cNvSpPr txBox="1"/>
          <p:nvPr/>
        </p:nvSpPr>
        <p:spPr>
          <a:xfrm>
            <a:off x="10291314" y="3360064"/>
            <a:ext cx="42269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0)</a:t>
            </a:r>
          </a:p>
        </p:txBody>
      </p:sp>
    </p:spTree>
    <p:extLst>
      <p:ext uri="{BB962C8B-B14F-4D97-AF65-F5344CB8AC3E}">
        <p14:creationId xmlns:p14="http://schemas.microsoft.com/office/powerpoint/2010/main" val="352344215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1558</TotalTime>
  <Words>2</Words>
  <Application>Microsoft Office PowerPoint</Application>
  <PresentationFormat>Grand écran</PresentationFormat>
  <Paragraphs>1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elkat</dc:creator>
  <cp:lastModifiedBy>elkat</cp:lastModifiedBy>
  <cp:revision>2</cp:revision>
  <dcterms:created xsi:type="dcterms:W3CDTF">2026-06-12T09:53:42Z</dcterms:created>
  <dcterms:modified xsi:type="dcterms:W3CDTF">2026-06-13T11:53:03Z</dcterms:modified>
</cp:coreProperties>
</file>